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断言条数</c:v>
                </c:pt>
              </c:strCache>
            </c:strRef>
          </c:tx>
          <c:spPr>
            <a:solidFill>
              <a:srgbClr val="0E8C82"/>
            </a:solidFill>
          </c:spPr>
          <c:cat>
            <c:strRef>
              <c:f>Sheet1!$A$2:$A$6</c:f>
              <c:strCache>
                <c:ptCount val="5"/>
                <c:pt idx="0">
                  <c:v>accept</c:v>
                </c:pt>
                <c:pt idx="1">
                  <c:v>triagetest</c:v>
                </c:pt>
                <c:pt idx="2">
                  <c:v>selftest</c:v>
                </c:pt>
                <c:pt idx="3">
                  <c:v>authtest</c:v>
                </c:pt>
                <c:pt idx="4">
                  <c:v>ai-model-check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821</c:v>
                </c:pt>
                <c:pt idx="1">
                  <c:v>150</c:v>
                </c:pt>
                <c:pt idx="2">
                  <c:v>51</c:v>
                </c:pt>
                <c:pt idx="3">
                  <c:v>17</c:v>
                </c:pt>
                <c:pt idx="4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149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智慧医院智能导诊就诊系统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276148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D8D0"/>
                </a:solidFill>
                <a:latin typeface="Microsoft YaHei"/>
              </a:rPr>
              <a:t>仓颉服务端 · 鸿蒙/安卓双端 · 契约驱动 · AI 能力中心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401568"/>
            <a:ext cx="2011680" cy="4572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综合系统赛道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提交人：申宇乐　｜　2026-10-21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仓库：github.com/XueDric/smart_hospital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演示视频 5:23（在线服务实录）｜821 条验收断言全绿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交付了什么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一个可跑的三端系统 + 一套能自证的材料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仓颉服务端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5389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38 个 .cj / 81 条 /api/v1 路由 / 轻舟框架（本团队参与开发）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1343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鸿蒙端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2257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 / 医生 / 管理三端，59 个 .ets；HAP 1,758,110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39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8211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安卓端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9125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患者端 13 个 .kt；APK 1,186,278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契约层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05993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24 个 JSON Schema + 67 份样例，三端共用一套接口约定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0060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19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验收与证据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92861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821 条断言、26 个测试脚本、16 张鸿蒙截图、5:23 实录视频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架构：一个可执行文件 + 一套契约 + 三个客户端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服务端不依赖任何应用框架的魔法，路由表能一眼数清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141732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鸿蒙端 3 个 HAP 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4028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安卓端 1 个 APK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管理台网页 7 个文件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74519"/>
            <a:ext cx="3108960" cy="1417320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84831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hospital-server.exe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仓颉 + 轻舟（参与开发）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81 条路由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874519"/>
            <a:ext cx="3017520" cy="1417320"/>
          </a:xfrm>
          <a:prstGeom prst="roundRect">
            <a:avLst/>
          </a:prstGeom>
          <a:solidFill>
            <a:srgbClr val="EAF4F2"/>
          </a:solidFill>
          <a:ln>
            <a:solidFill>
              <a:srgbClr val="B46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84831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MariaDB 11.4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16 张表 / 直接 SQL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号源与挂号域独占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21608" y="1719072"/>
            <a:ext cx="594360" cy="85953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21608" y="2542032"/>
            <a:ext cx="594360" cy="3657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21608" y="2578608"/>
            <a:ext cx="594360" cy="786384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70648" y="2578608"/>
            <a:ext cx="685800" cy="0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6908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契约先行：contract/ 下 24 个 Schema 是三方唯一真源，字段类型错误在编译期就被三端拦下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4456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单进程 + 单连接：事务与请求同一条链，读一致性靠事务隔离，不靠缓存对齐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2005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零外部服务依赖：TLS 走 OpenSSL 3 运行时，AI 出站只需一次 HTTPS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患者端：一次就诊的完整闭环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从「我不舒服」到「拿到病历」，中间没有断点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智能分诊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59152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预问诊 6 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51376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1376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预约挂号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到院候诊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35823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35823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医生接诊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8048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七段病历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分诊由服务端规则引擎判定科室，模型只负责把结论转写成患者能读的一两句；可用号源由服务端实时校验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预问诊把主诉、病程、程度、伴随症状、既往史、过敏史结构化，直接喂给医生端病历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挂号走真实扣号（UPDATE … WHERE remain_num &gt; 0），列表自带科室与医生名，不用客户端拼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病历锁定后患者可读、不可改；医生改病历留修订历史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实测：患者 demo_patient 挂号 → 医生接诊 → 提交锁定 → 患者端「医疗档案」看到 7/7 段完整病历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AI：真接线，不是 PPT 里的框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四层证据都能现场复现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deepseek-chat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真实 HTTPS 出站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TLS 走本地 CA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4 个槽位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管理者改模板零重启生效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triage 已真接线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关键词检索端到端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used_kb=true 实测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kb_doc_ids=1734,1738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降级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7736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失败可解释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reason=CALL_FAILED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超时与重试有上限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规则兜底不空转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03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3B3A"/>
                </a:solidFill>
                <a:latin typeface="Microsoft YaHei"/>
              </a:rPr>
              <a:t>现场可复现的三条命令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POST /api/v1/triage  →  响应 source=model，ai_note 是真模型文本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3600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GET  /api/v1/admin/ai/triage-calls/&lt;request_id&gt;  →  used_kb=true，命中知识库 2 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1149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PUT  /api/v1/admin/ai/prompts/triage  →  customized=true，下一次分诊即用新模板（零重启）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医生端：按真实接诊顺序设计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队列只看该看的，病历只改该改的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接诊队列：按状态分段（待到院/候诊/接诊中/已完成），含历史与未来日期，未来日期不能到院登记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病历七段：主诉 / 现病史 / 既往史 / 过敏史 / 体格检查 / 诊断 / 处理意见，诊断与处理意见为锁定必填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5456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一键预填：用预问诊单**补齐空段**，医生已写的内容不覆盖（2026-10-21 从「假复制」改成真补齐）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72384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提交锁定：锁定后不可改；重新打开要写理由，并留修订历史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3931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隐私边界：既往病历只给本人接诊过的最近 5 份，别人的一律不返回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实测：doc2e2e 接诊 → 写现病史 → 一键预填 → 现病史/既往史/过敏史当场被补齐，体检与诊断保持为空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管理端：运营看板 + 基础数据 + AI 能力中心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每一块都能写、能改、能查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53312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运营看板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353312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累计挂号 / 号源使用率 / 分诊调用 / 预问诊完成率 / 近 14 日趋势，全部来自真实表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23744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基础数据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523744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科室、医生有管理端 CRUD；排班与号源可增改；患者档案仍靠 SQL 维护（如实标注）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12464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94176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账号与权限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694176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患者/医生/管理员三类账号，改密、停用、ref_id 绑定档案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82896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AI 能力中心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864608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模型配置 / Prompt 四槽位 / 工具开关 / 知识库文档，改动即时生效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工程与质量：数字都是跑出来的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同一份源码，同一套断言，谁都能复跑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280160"/>
          <a:ext cx="65836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41732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accept：821 条（需 MariaDB，跑在独立测试库）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8600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纯逻辑：selftest / authtest / triagetest 不需要数据库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CI：仓库卫生 + 纯逻辑两 job；缺工具链时 SKIP 而不是假绿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023359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门禁：文档链接、数字对账、交付快照三道脚本化校验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B6A"/>
                </a:solidFill>
                <a:latin typeface="Microsoft YaHei"/>
              </a:rPr>
              <a:t>源码 76 个文件 / 38 个 .cj（业务）+ 46 个 .cj（框架快照）；构建 2 s 381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真实性与合规：把边界写在明面上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比「看起来很强」更重要的是「经得起问」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AI 工具使用声明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371600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产品内 AI 与开发期 AI 分开写；模型、范围、核心代码归属都有出处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内置演示密钥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04288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开箱即用但**限时**（2026-12-31 到期自动拒绝），换法一条命令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697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许可证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236976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本项目 MIT；框架 MIT、驱动 Apache-2.0；仓颉运行时 Apache-2.0 含 Runtime Library Exception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9664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分发包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169664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25 个文件，含 LICENSE / NOTICE / THIRD-PARTY.md 与 licenses/ 下 6 份全文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02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如实标注的缺口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102352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向量检索未接（关键词为默认）；工具开关是预留闸门，生产路径无派发器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这套东西现在能做什么，还不能做什么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能：三端跑通一次真实就诊（分诊→预问诊→挂号→接诊→病历→患者可读），数据落库可查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9384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能：AI 真调用（模型 + 关键词知识库），失败可解释、可降级、可现场复现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32888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能：谁都能复跑 821 条断言；文档、数字、快照三道门禁保证「说的就是代码里的」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36391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不能：向量检索没接（Embeddings 服务未接入，关键词是当前默认能力）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39896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不能：工具开关没有派发器，模型是单轮 chat completion；多轮 tool-calling 属后续工作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不能：单连接 + 单事务模型适合这个规模，真上量要换连接池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E8C82"/>
                </a:solidFill>
                <a:latin typeface="Microsoft YaHei"/>
              </a:rPr>
              <a:t>下一步：接向量检索 → 补工具派发器 → 连接池与优雅停机 → 压测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